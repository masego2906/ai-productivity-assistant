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818CF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AI-Productivity</a:t>
            </a:r>
            <a:endParaRPr lang="en-US" sz="8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workplace tasks with AI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54864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Masego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 · AI-Productivity-Assistant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to repetitive 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spend hours every week on tasks that drain focus from strategic, high-value work.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4143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emails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composition and tone editing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320040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4143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4663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summarizing and action items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4143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schedules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4663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Re-prioritizing tasks across the 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 · AI-Productivity-Assistant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Flowdesk: one workspace, powered by AI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management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workflow with status, focus minutes, and activity logging.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tracking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4088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surface completed work, focus time, and weekly trends.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suggestions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Gemini-driven tips on prioritization, focus, and collaboration.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42976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40880" y="4800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auth with row-level security on all user data.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 · AI-Productivity-Assistant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input to insight in three steps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14143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4572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8404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 tasks, notes, and focus sessions in a single dashboard.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14143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617720" y="3657600"/>
            <a:ext cx="4572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8404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 route activity to Google Gemini via Lovable AI.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14143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321040" y="3657600"/>
            <a:ext cx="4572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8404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suggestions appear inline: prioritize, batch, or delegate.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Interfaces:  Dashboard  ·  Kanban Tasks  ·  AI Insights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 · AI-Productivity-Assistant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Impact &amp;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Flowdesk goes next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88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hours of repetitive work each week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focus and team productivity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ethical, inclusive digital transformation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880360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 and smart reminders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3657600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566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UX polish across mobile breakpoints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4434840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343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for workplace testing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14143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 · AI-Productivity-Assistant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2026-05-28T18:29:51Z</dcterms:created>
  <dcterms:modified xsi:type="dcterms:W3CDTF">2026-05-28T18:29:51Z</dcterms:modified>
</cp:coreProperties>
</file>